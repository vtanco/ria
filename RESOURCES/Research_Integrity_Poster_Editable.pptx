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>
        <p:scale>
          <a:sx n="93" d="100"/>
          <a:sy n="93" d="100"/>
        </p:scale>
        <p:origin x="256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044" y="720000"/>
            <a:ext cx="2340000" cy="23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3240000"/>
            <a:ext cx="6482088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A90E2"/>
                </a:solidFill>
              </a:rPr>
              <a:t>Join the Research Integrity App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960000"/>
            <a:ext cx="6595091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We’re building a web and mobile app that analyzes scientific papers and detects potential </a:t>
            </a:r>
            <a:endParaRPr lang="es-ES" sz="1400" dirty="0">
              <a:solidFill>
                <a:srgbClr val="FFFFFF"/>
              </a:solidFill>
            </a:endParaRPr>
          </a:p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conflicts of interest between authors, institutions, and funding sources.</a:t>
            </a:r>
          </a:p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The goal: make research transparency accessible to everyone.</a:t>
            </a:r>
          </a:p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The frontend is done — a working PWA already running on iPhone. </a:t>
            </a:r>
            <a:endParaRPr lang="es-ES" sz="1400" dirty="0">
              <a:solidFill>
                <a:srgbClr val="FFFFFF"/>
              </a:solidFill>
            </a:endParaRPr>
          </a:p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Now we’re looking for a backend / iOS developer to help connect the analysis engine and launch it officially.</a:t>
            </a:r>
          </a:p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It’s a non-profit project; publication and hosting costs are covered. If you’re interested in science, AI, and meaningful projects, get in touch.</a:t>
            </a:r>
          </a:p>
          <a:p>
            <a:pPr algn="ctr">
              <a:spcAft>
                <a:spcPts val="600"/>
              </a:spcAft>
            </a:pPr>
            <a:r>
              <a:rPr sz="1400" dirty="0">
                <a:solidFill>
                  <a:srgbClr val="FFFFFF"/>
                </a:solidFill>
              </a:rPr>
              <a:t>Contact: Scan the QR code or message on WhatsApp → +34 681 864 143</a:t>
            </a:r>
          </a:p>
        </p:txBody>
      </p:sp>
      <p:pic>
        <p:nvPicPr>
          <p:cNvPr id="6" name="Picture 5" descr="whatsapp_qr_edi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044" y="6964668"/>
            <a:ext cx="2160000" cy="21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9547002"/>
            <a:ext cx="6482088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4A90E2"/>
                </a:solidFill>
              </a:rPr>
              <a:t>Research Integrity Analyzer • Non-Profit Collaboration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</Words>
  <Application>Microsoft Macintosh PowerPoint</Application>
  <PresentationFormat>Personalizado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Vicente Tanco</cp:lastModifiedBy>
  <cp:revision>2</cp:revision>
  <dcterms:created xsi:type="dcterms:W3CDTF">2013-01-27T09:14:16Z</dcterms:created>
  <dcterms:modified xsi:type="dcterms:W3CDTF">2025-11-09T16:54:20Z</dcterms:modified>
  <cp:category/>
</cp:coreProperties>
</file>