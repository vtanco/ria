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562850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9"/>
  </p:normalViewPr>
  <p:slideViewPr>
    <p:cSldViewPr snapToGrid="0" snapToObjects="1">
      <p:cViewPr>
        <p:scale>
          <a:sx n="106" d="100"/>
          <a:sy n="106" d="100"/>
        </p:scale>
        <p:origin x="2232" y="-12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0C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044" y="720000"/>
            <a:ext cx="2340000" cy="234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0735" y="3240000"/>
            <a:ext cx="482061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dirty="0">
                <a:solidFill>
                  <a:srgbClr val="4A90E2"/>
                </a:solidFill>
              </a:rPr>
              <a:t>Research Integrity App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3960000"/>
            <a:ext cx="6595091" cy="321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400" dirty="0">
                <a:solidFill>
                  <a:srgbClr val="FFFFFF"/>
                </a:solidFill>
              </a:rPr>
              <a:t>Estamos desarrollando una aplicación web y móvil que analiza artículos científicos y detecta posibles conflictos de interés entre autores, instituciones y fuentes de financiación.</a:t>
            </a:r>
          </a:p>
          <a:p>
            <a:pPr algn="ctr">
              <a:spcAft>
                <a:spcPts val="600"/>
              </a:spcAft>
            </a:pPr>
            <a:r>
              <a:rPr lang="es-ES" sz="1400" dirty="0">
                <a:solidFill>
                  <a:srgbClr val="FFFFFF"/>
                </a:solidFill>
              </a:rPr>
              <a:t>El objetivo: hacer que la transparencia en la investigación sea accesible para todos.</a:t>
            </a:r>
          </a:p>
          <a:p>
            <a:pPr algn="ctr">
              <a:spcAft>
                <a:spcPts val="600"/>
              </a:spcAft>
            </a:pPr>
            <a:r>
              <a:rPr lang="es-ES" sz="1400" dirty="0">
                <a:solidFill>
                  <a:srgbClr val="FFFFFF"/>
                </a:solidFill>
              </a:rPr>
              <a:t>El </a:t>
            </a:r>
            <a:r>
              <a:rPr lang="es-ES" sz="1400" dirty="0" err="1">
                <a:solidFill>
                  <a:srgbClr val="FFFFFF"/>
                </a:solidFill>
              </a:rPr>
              <a:t>frontend</a:t>
            </a:r>
            <a:r>
              <a:rPr lang="es-ES" sz="1400" dirty="0">
                <a:solidFill>
                  <a:srgbClr val="FFFFFF"/>
                </a:solidFill>
              </a:rPr>
              <a:t> ya está terminado — una PWA funcional que ya corre en iPhone.</a:t>
            </a:r>
          </a:p>
          <a:p>
            <a:pPr algn="ctr">
              <a:spcAft>
                <a:spcPts val="600"/>
              </a:spcAft>
            </a:pPr>
            <a:r>
              <a:rPr lang="es-ES" sz="1400" dirty="0">
                <a:solidFill>
                  <a:srgbClr val="FFFFFF"/>
                </a:solidFill>
              </a:rPr>
              <a:t>Ahora buscamos un desarrollador </a:t>
            </a:r>
            <a:r>
              <a:rPr lang="es-ES" sz="1400" dirty="0" err="1">
                <a:solidFill>
                  <a:srgbClr val="FFFFFF"/>
                </a:solidFill>
              </a:rPr>
              <a:t>backend</a:t>
            </a:r>
            <a:r>
              <a:rPr lang="es-ES" sz="1400" dirty="0">
                <a:solidFill>
                  <a:srgbClr val="FFFFFF"/>
                </a:solidFill>
              </a:rPr>
              <a:t> / iOS que nos ayude a conectar el motor de análisis y lanzar oficialmente la app.</a:t>
            </a:r>
          </a:p>
          <a:p>
            <a:pPr algn="ctr">
              <a:spcAft>
                <a:spcPts val="600"/>
              </a:spcAft>
            </a:pPr>
            <a:r>
              <a:rPr lang="es-ES" sz="1400" dirty="0">
                <a:solidFill>
                  <a:srgbClr val="FFFFFF"/>
                </a:solidFill>
              </a:rPr>
              <a:t>Es un proyecto sin ánimo de lucro; los costes de publicación y alojamiento están cubiertos.</a:t>
            </a:r>
          </a:p>
          <a:p>
            <a:pPr algn="ctr">
              <a:spcAft>
                <a:spcPts val="600"/>
              </a:spcAft>
            </a:pPr>
            <a:r>
              <a:rPr lang="es-ES" sz="1400" dirty="0">
                <a:solidFill>
                  <a:srgbClr val="FFFFFF"/>
                </a:solidFill>
              </a:rPr>
              <a:t>Si te interesa la ciencia, la IA y los proyectos con propósito, ponte en contacto.</a:t>
            </a:r>
          </a:p>
          <a:p>
            <a:pPr algn="ctr">
              <a:spcAft>
                <a:spcPts val="600"/>
              </a:spcAft>
            </a:pPr>
            <a:r>
              <a:rPr lang="es-ES" sz="1400" dirty="0">
                <a:solidFill>
                  <a:srgbClr val="FFFFFF"/>
                </a:solidFill>
              </a:rPr>
              <a:t>Contacto: escanea el código QR o envía un mensaje por WhatsApp → +34 681 864 143</a:t>
            </a:r>
          </a:p>
          <a:p>
            <a:pPr algn="ctr">
              <a:spcAft>
                <a:spcPts val="600"/>
              </a:spcAft>
            </a:pPr>
            <a:endParaRPr sz="1400" dirty="0">
              <a:solidFill>
                <a:srgbClr val="FFFFFF"/>
              </a:solidFill>
            </a:endParaRPr>
          </a:p>
        </p:txBody>
      </p:sp>
      <p:pic>
        <p:nvPicPr>
          <p:cNvPr id="6" name="Picture 5" descr="whatsapp_qr_edi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1044" y="6964668"/>
            <a:ext cx="2160000" cy="216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9547002"/>
            <a:ext cx="6482088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 dirty="0">
                <a:solidFill>
                  <a:srgbClr val="4A90E2"/>
                </a:solidFill>
              </a:rPr>
              <a:t>Research Integrity Analyzer • Non-Profit Collaboration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142</Words>
  <Application>Microsoft Macintosh PowerPoint</Application>
  <PresentationFormat>Personalizado</PresentationFormat>
  <Paragraphs>9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Vicente Tanco</cp:lastModifiedBy>
  <cp:revision>3</cp:revision>
  <dcterms:created xsi:type="dcterms:W3CDTF">2013-01-27T09:14:16Z</dcterms:created>
  <dcterms:modified xsi:type="dcterms:W3CDTF">2025-11-09T17:19:23Z</dcterms:modified>
  <cp:category/>
</cp:coreProperties>
</file>